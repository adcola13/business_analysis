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7qF+CEMnNfSryPNzS/dANO7WV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53e3022ad_14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53e3022ad_1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" type="body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9"/>
          <p:cNvSpPr txBox="1"/>
          <p:nvPr>
            <p:ph idx="2" type="body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9"/>
          <p:cNvSpPr txBox="1"/>
          <p:nvPr>
            <p:ph idx="4" type="body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22"/>
          <p:cNvSpPr txBox="1"/>
          <p:nvPr>
            <p:ph idx="2" type="body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/>
          <p:nvPr>
            <p:ph idx="2" type="pic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3"/>
          <p:cNvSpPr txBox="1"/>
          <p:nvPr>
            <p:ph idx="1" type="body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4"/>
          <p:cNvSpPr txBox="1"/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" type="body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/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" type="body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eamwork-project.atlassian.net/jira/software/projects/SCRUM/summary?atlOrigin=eyJpIjoiYzlkYzk3MzJmNzZmNDVlNTg2NjI1OWE5OTg5OTVjYzgiLCJwIjoiaiJ9" TargetMode="External"/><Relationship Id="rId4" Type="http://schemas.openxmlformats.org/officeDocument/2006/relationships/hyperlink" Target="https://teamwork-project.atlassian.net/jira/software/projects/SCRUM/summary?atlOrigin=eyJpIjoiYzlkYzk3MzJmNzZmNDVlNTg2NjI1OWE5OTg5OTVjYzgiLCJwIjoiaiJ9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SanthoshKumarRaju/project-gotto_job.git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13.51.107.220/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 connection abstract against a white background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15730"/>
          <a:stretch/>
        </p:blipFill>
        <p:spPr>
          <a:xfrm>
            <a:off x="0" y="-3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/>
          <p:nvPr/>
        </p:nvSpPr>
        <p:spPr>
          <a:xfrm flipH="1" rot="-5400000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6000">
                <a:srgbClr val="000000">
                  <a:alpha val="20000"/>
                </a:srgbClr>
              </a:gs>
              <a:gs pos="46000">
                <a:srgbClr val="000000">
                  <a:alpha val="32941"/>
                </a:srgbClr>
              </a:gs>
              <a:gs pos="100000">
                <a:srgbClr val="000000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>
            <p:ph type="ctrTitle"/>
          </p:nvPr>
        </p:nvSpPr>
        <p:spPr>
          <a:xfrm>
            <a:off x="7305579" y="1371599"/>
            <a:ext cx="4470544" cy="11356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lang="en-IN" sz="5400"/>
              <a:t>Gotto Job</a:t>
            </a:r>
            <a:endParaRPr sz="7200"/>
          </a:p>
        </p:txBody>
      </p: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7482646" y="4495013"/>
            <a:ext cx="4116410" cy="1386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IN" sz="2200"/>
              <a:t>GROUP 1 DEPLOYABLES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/>
              <a:t>Team Members</a:t>
            </a:r>
            <a:endParaRPr/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Product Owner (PO) – </a:t>
            </a:r>
            <a:r>
              <a:rPr b="1" lang="en-IN"/>
              <a:t>Vamshidhar Kodakandla</a:t>
            </a:r>
            <a:endParaRPr b="1"/>
          </a:p>
          <a:p>
            <a:pPr indent="-22860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Scrum Master (SM) – </a:t>
            </a:r>
            <a:r>
              <a:rPr b="1" lang="en-IN"/>
              <a:t>Adrina Colaco</a:t>
            </a:r>
            <a:endParaRPr b="1"/>
          </a:p>
          <a:p>
            <a:pPr indent="-22860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Dev Lead – </a:t>
            </a:r>
            <a:r>
              <a:rPr b="1" lang="en-IN"/>
              <a:t>Suny Shekher</a:t>
            </a:r>
            <a:endParaRPr b="1"/>
          </a:p>
          <a:p>
            <a:pPr indent="-22860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DevOps Lead – </a:t>
            </a:r>
            <a:r>
              <a:rPr b="1" lang="en-IN"/>
              <a:t>Maleesha Ranawaka</a:t>
            </a:r>
            <a:endParaRPr b="1"/>
          </a:p>
          <a:p>
            <a:pPr indent="-22860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Development Team</a:t>
            </a:r>
            <a:endParaRPr/>
          </a:p>
          <a:p>
            <a:pPr indent="-234950" lvl="2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IN" sz="1700"/>
              <a:t>Suny Shekher</a:t>
            </a:r>
            <a:r>
              <a:rPr lang="en-IN" sz="1700"/>
              <a:t> (Building)</a:t>
            </a:r>
            <a:endParaRPr sz="1700"/>
          </a:p>
          <a:p>
            <a:pPr indent="-234950" lvl="2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IN" sz="1700"/>
              <a:t>Hassan Hassan</a:t>
            </a:r>
            <a:r>
              <a:rPr lang="en-IN" sz="1700"/>
              <a:t> (Building)</a:t>
            </a:r>
            <a:endParaRPr sz="1700"/>
          </a:p>
          <a:p>
            <a:pPr indent="-234950" lvl="2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IN" sz="1700"/>
              <a:t>Santhosh Kumar Raju</a:t>
            </a:r>
            <a:r>
              <a:rPr lang="en-IN" sz="1700"/>
              <a:t> (GitHub)</a:t>
            </a:r>
            <a:endParaRPr sz="1700"/>
          </a:p>
          <a:p>
            <a:pPr indent="-234950" lvl="2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IN" sz="1700"/>
              <a:t>Sonam Tamang</a:t>
            </a:r>
            <a:r>
              <a:rPr lang="en-IN" sz="1700"/>
              <a:t> (GitHub)</a:t>
            </a:r>
            <a:endParaRPr sz="1700"/>
          </a:p>
          <a:p>
            <a:pPr indent="-234950" lvl="2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IN" sz="1700"/>
              <a:t>Sirisha Molugu </a:t>
            </a:r>
            <a:r>
              <a:rPr lang="en-IN" sz="1700"/>
              <a:t>(Testing)</a:t>
            </a:r>
            <a:endParaRPr sz="1700"/>
          </a:p>
          <a:p>
            <a:pPr indent="-234950" lvl="2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IN" sz="1700"/>
              <a:t>Maleesha Ranawaka</a:t>
            </a:r>
            <a:r>
              <a:rPr lang="en-IN" sz="1700"/>
              <a:t> (Deployment/Ops)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612650" y="279120"/>
            <a:ext cx="106536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IN"/>
              <a:t>Created the Epic </a:t>
            </a:r>
            <a:br>
              <a:rPr b="0" lang="en-IN"/>
            </a:br>
            <a:endParaRPr/>
          </a:p>
        </p:txBody>
      </p:sp>
      <p:sp>
        <p:nvSpPr>
          <p:cNvPr id="112" name="Google Shape;112;p3"/>
          <p:cNvSpPr txBox="1"/>
          <p:nvPr>
            <p:ph idx="1" type="body"/>
          </p:nvPr>
        </p:nvSpPr>
        <p:spPr>
          <a:xfrm>
            <a:off x="612650" y="828423"/>
            <a:ext cx="10653600" cy="54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Jira Epic:</a:t>
            </a:r>
            <a:r>
              <a:rPr lang="en-IN">
                <a:uFill>
                  <a:noFill/>
                </a:uFill>
                <a:hlinkClick r:id="rId3"/>
              </a:rPr>
              <a:t> </a:t>
            </a:r>
            <a:r>
              <a:rPr lang="en-IN" u="sng">
                <a:solidFill>
                  <a:schemeClr val="hlink"/>
                </a:solidFill>
                <a:hlinkClick r:id="rId4"/>
              </a:rPr>
              <a:t>https://teamwork-project.atlassian.net/jira/software/projects/SCRUM/summary?atlOrigin=eyJpIjoiYzlkYzk3MzJmNzZmNDVlNTg2NjI1OWE5OTg5OTVjYzgiLCJwIjoiaiJ9</a:t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6900" y="2166225"/>
            <a:ext cx="8818176" cy="44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/>
              <a:t>Created the Product Backlog</a:t>
            </a:r>
            <a:br>
              <a:rPr b="0" lang="en-IN"/>
            </a:br>
            <a:endParaRPr/>
          </a:p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562722" y="1475932"/>
            <a:ext cx="10653600" cy="4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Product Backlog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3529" y="2179649"/>
            <a:ext cx="8944941" cy="4164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/>
              <a:t>Sprint Planning</a:t>
            </a:r>
            <a:br>
              <a:rPr b="0" lang="en-IN"/>
            </a:br>
            <a:endParaRPr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612647" y="1525882"/>
            <a:ext cx="10653600" cy="4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Sprint Start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236" y="2120426"/>
            <a:ext cx="7772400" cy="378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/>
              <a:t>Cloud Deployment</a:t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612660" y="1495907"/>
            <a:ext cx="10653600" cy="4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EC2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248" y="2252492"/>
            <a:ext cx="7772402" cy="3339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/>
              <a:t>Installations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612647" y="1495907"/>
            <a:ext cx="10653600" cy="4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NGINX Installation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177911"/>
            <a:ext cx="7772400" cy="3669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/>
              <a:t>Reports → Burndown</a:t>
            </a:r>
            <a:br>
              <a:rPr b="0" lang="en-IN"/>
            </a:br>
            <a:endParaRPr/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612648" y="1458400"/>
            <a:ext cx="3749100" cy="4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Sprint Burndown</a:t>
            </a:r>
            <a:br>
              <a:rPr lang="en-IN"/>
            </a:br>
            <a:r>
              <a:rPr lang="en-IN"/>
              <a:t>Captured while sprint was</a:t>
            </a:r>
            <a:br>
              <a:rPr lang="en-IN"/>
            </a:br>
            <a:r>
              <a:rPr lang="en-IN"/>
              <a:t>Still in progress.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48" name="Google Shape;148;p8"/>
          <p:cNvPicPr preferRelativeResize="0"/>
          <p:nvPr/>
        </p:nvPicPr>
        <p:blipFill rotWithShape="1">
          <a:blip r:embed="rId3">
            <a:alphaModFix/>
          </a:blip>
          <a:srcRect b="23315" l="50588" r="23098" t="49714"/>
          <a:stretch/>
        </p:blipFill>
        <p:spPr>
          <a:xfrm>
            <a:off x="5423137" y="1442420"/>
            <a:ext cx="5996542" cy="397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/>
              <a:t>GitHub</a:t>
            </a:r>
            <a:endParaRPr/>
          </a:p>
        </p:txBody>
      </p:sp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612650" y="1715525"/>
            <a:ext cx="3565800" cy="4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https://github.com/SanthoshKumarRaju/project-gotto_job.git</a:t>
            </a:r>
            <a:br>
              <a:rPr lang="en-IN"/>
            </a:br>
            <a:endParaRPr/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4">
            <a:alphaModFix/>
          </a:blip>
          <a:srcRect b="13696" l="0" r="0" t="0"/>
          <a:stretch/>
        </p:blipFill>
        <p:spPr>
          <a:xfrm>
            <a:off x="4838925" y="928911"/>
            <a:ext cx="6645350" cy="50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/>
              <a:t>Final URL - Shipped one small increment</a:t>
            </a:r>
            <a:endParaRPr/>
          </a:p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612647" y="1274507"/>
            <a:ext cx="10653600" cy="4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IN" sz="2200" u="sng">
                <a:solidFill>
                  <a:schemeClr val="hlink"/>
                </a:solidFill>
                <a:hlinkClick r:id="rId3"/>
              </a:rPr>
              <a:t>http://13.51.107.220/</a:t>
            </a:r>
            <a:endParaRPr b="1" sz="2200" u="sng"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200"/>
          </a:p>
        </p:txBody>
      </p:sp>
      <p:pic>
        <p:nvPicPr>
          <p:cNvPr id="162" name="Google Shape;16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8463" y="1904250"/>
            <a:ext cx="7941958" cy="45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53e3022ad_14_2"/>
          <p:cNvSpPr txBox="1"/>
          <p:nvPr>
            <p:ph type="title"/>
          </p:nvPr>
        </p:nvSpPr>
        <p:spPr>
          <a:xfrm>
            <a:off x="612648" y="548640"/>
            <a:ext cx="10653600" cy="113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Some More changes showing up in Prod</a:t>
            </a:r>
            <a:endParaRPr/>
          </a:p>
        </p:txBody>
      </p:sp>
      <p:pic>
        <p:nvPicPr>
          <p:cNvPr id="168" name="Google Shape;168;g3853e3022ad_14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725" y="1404375"/>
            <a:ext cx="8822550" cy="50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>
            <p:ph type="title"/>
          </p:nvPr>
        </p:nvSpPr>
        <p:spPr>
          <a:xfrm>
            <a:off x="769211" y="2862871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/>
              <a:t>THANK YOU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4903333" y="3995129"/>
            <a:ext cx="23853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1 Deployables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2025-08-30T08:59:11Z</dcterms:created>
  <dc:creator>Alan Mascarenhas</dc:creator>
</cp:coreProperties>
</file>